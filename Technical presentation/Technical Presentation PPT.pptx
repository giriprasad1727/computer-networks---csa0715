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2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prasad Reddy P" userId="69574ede5e592b4b" providerId="LiveId" clId="{77879250-66F6-4CC0-85B0-50525301E431}"/>
    <pc:docChg chg="undo custSel addSld delSld modSld sldOrd">
      <pc:chgData name="Giriprasad Reddy P" userId="69574ede5e592b4b" providerId="LiveId" clId="{77879250-66F6-4CC0-85B0-50525301E431}" dt="2026-07-31T07:47:10.533" v="270" actId="1076"/>
      <pc:docMkLst>
        <pc:docMk/>
      </pc:docMkLst>
      <pc:sldChg chg="addSp delSp modSp mod">
        <pc:chgData name="Giriprasad Reddy P" userId="69574ede5e592b4b" providerId="LiveId" clId="{77879250-66F6-4CC0-85B0-50525301E431}" dt="2026-07-31T07:42:42.106" v="242" actId="1076"/>
        <pc:sldMkLst>
          <pc:docMk/>
          <pc:sldMk cId="515209869" sldId="256"/>
        </pc:sldMkLst>
        <pc:spChg chg="mod">
          <ac:chgData name="Giriprasad Reddy P" userId="69574ede5e592b4b" providerId="LiveId" clId="{77879250-66F6-4CC0-85B0-50525301E431}" dt="2026-07-31T07:42:42.106" v="242" actId="1076"/>
          <ac:spMkLst>
            <pc:docMk/>
            <pc:sldMk cId="515209869" sldId="256"/>
            <ac:spMk id="2" creationId="{1D75B3C2-271C-0C76-EB99-F4329E57D0F8}"/>
          </ac:spMkLst>
        </pc:spChg>
        <pc:spChg chg="add del mod">
          <ac:chgData name="Giriprasad Reddy P" userId="69574ede5e592b4b" providerId="LiveId" clId="{77879250-66F6-4CC0-85B0-50525301E431}" dt="2026-07-31T07:41:26.632" v="201" actId="1076"/>
          <ac:spMkLst>
            <pc:docMk/>
            <pc:sldMk cId="515209869" sldId="256"/>
            <ac:spMk id="3" creationId="{FB0819E4-BBF1-9329-4D2E-18C546245C40}"/>
          </ac:spMkLst>
        </pc:spChg>
        <pc:spChg chg="add del mod">
          <ac:chgData name="Giriprasad Reddy P" userId="69574ede5e592b4b" providerId="LiveId" clId="{77879250-66F6-4CC0-85B0-50525301E431}" dt="2026-07-31T07:41:20.785" v="200" actId="571"/>
          <ac:spMkLst>
            <pc:docMk/>
            <pc:sldMk cId="515209869" sldId="256"/>
            <ac:spMk id="5" creationId="{A33E5C99-B607-0D1F-5B0D-7B0C9A105842}"/>
          </ac:spMkLst>
        </pc:spChg>
        <pc:spChg chg="add del mod">
          <ac:chgData name="Giriprasad Reddy P" userId="69574ede5e592b4b" providerId="LiveId" clId="{77879250-66F6-4CC0-85B0-50525301E431}" dt="2026-07-31T07:41:13.409" v="193" actId="478"/>
          <ac:spMkLst>
            <pc:docMk/>
            <pc:sldMk cId="515209869" sldId="256"/>
            <ac:spMk id="7" creationId="{8DA6A7E0-9108-3624-C12A-53E07EEF97F9}"/>
          </ac:spMkLst>
        </pc:spChg>
        <pc:picChg chg="add mod">
          <ac:chgData name="Giriprasad Reddy P" userId="69574ede5e592b4b" providerId="LiveId" clId="{77879250-66F6-4CC0-85B0-50525301E431}" dt="2026-07-31T07:34:58.059" v="85"/>
          <ac:picMkLst>
            <pc:docMk/>
            <pc:sldMk cId="515209869" sldId="256"/>
            <ac:picMk id="4" creationId="{FD139571-75CE-D2FC-40FA-43AE3D58C2DD}"/>
          </ac:picMkLst>
        </pc:picChg>
      </pc:sldChg>
      <pc:sldChg chg="addSp modSp mod">
        <pc:chgData name="Giriprasad Reddy P" userId="69574ede5e592b4b" providerId="LiveId" clId="{77879250-66F6-4CC0-85B0-50525301E431}" dt="2026-07-31T07:39:51.164" v="119" actId="12"/>
        <pc:sldMkLst>
          <pc:docMk/>
          <pc:sldMk cId="3138061579" sldId="257"/>
        </pc:sldMkLst>
        <pc:spChg chg="mod">
          <ac:chgData name="Giriprasad Reddy P" userId="69574ede5e592b4b" providerId="LiveId" clId="{77879250-66F6-4CC0-85B0-50525301E431}" dt="2026-07-31T07:32:15.200" v="57" actId="122"/>
          <ac:spMkLst>
            <pc:docMk/>
            <pc:sldMk cId="3138061579" sldId="257"/>
            <ac:spMk id="2" creationId="{CBD5B9F4-8B59-879A-53D5-6F910BEE00FA}"/>
          </ac:spMkLst>
        </pc:spChg>
        <pc:spChg chg="mod">
          <ac:chgData name="Giriprasad Reddy P" userId="69574ede5e592b4b" providerId="LiveId" clId="{77879250-66F6-4CC0-85B0-50525301E431}" dt="2026-07-31T07:39:51.164" v="119" actId="12"/>
          <ac:spMkLst>
            <pc:docMk/>
            <pc:sldMk cId="3138061579" sldId="257"/>
            <ac:spMk id="4" creationId="{5D5106F5-43D1-CD5A-87F7-97A2DAECDD37}"/>
          </ac:spMkLst>
        </pc:spChg>
        <pc:picChg chg="add mod">
          <ac:chgData name="Giriprasad Reddy P" userId="69574ede5e592b4b" providerId="LiveId" clId="{77879250-66F6-4CC0-85B0-50525301E431}" dt="2026-07-31T07:35:35.078" v="88"/>
          <ac:picMkLst>
            <pc:docMk/>
            <pc:sldMk cId="3138061579" sldId="257"/>
            <ac:picMk id="3" creationId="{46F337E0-21A3-DC35-6E63-E5A246486D26}"/>
          </ac:picMkLst>
        </pc:picChg>
        <pc:picChg chg="add mod">
          <ac:chgData name="Giriprasad Reddy P" userId="69574ede5e592b4b" providerId="LiveId" clId="{77879250-66F6-4CC0-85B0-50525301E431}" dt="2026-07-31T07:37:05.235" v="101"/>
          <ac:picMkLst>
            <pc:docMk/>
            <pc:sldMk cId="3138061579" sldId="257"/>
            <ac:picMk id="5" creationId="{521AB9DE-6253-9767-41CE-CA2CB3726679}"/>
          </ac:picMkLst>
        </pc:picChg>
      </pc:sldChg>
      <pc:sldChg chg="del">
        <pc:chgData name="Giriprasad Reddy P" userId="69574ede5e592b4b" providerId="LiveId" clId="{77879250-66F6-4CC0-85B0-50525301E431}" dt="2026-07-31T07:24:18.359" v="0" actId="47"/>
        <pc:sldMkLst>
          <pc:docMk/>
          <pc:sldMk cId="561930549" sldId="258"/>
        </pc:sldMkLst>
      </pc:sldChg>
      <pc:sldChg chg="modSp new del mod">
        <pc:chgData name="Giriprasad Reddy P" userId="69574ede5e592b4b" providerId="LiveId" clId="{77879250-66F6-4CC0-85B0-50525301E431}" dt="2026-07-31T07:35:51.608" v="90" actId="47"/>
        <pc:sldMkLst>
          <pc:docMk/>
          <pc:sldMk cId="2237319103" sldId="258"/>
        </pc:sldMkLst>
        <pc:spChg chg="mod">
          <ac:chgData name="Giriprasad Reddy P" userId="69574ede5e592b4b" providerId="LiveId" clId="{77879250-66F6-4CC0-85B0-50525301E431}" dt="2026-07-31T07:35:06.950" v="86"/>
          <ac:spMkLst>
            <pc:docMk/>
            <pc:sldMk cId="2237319103" sldId="258"/>
            <ac:spMk id="2" creationId="{4F4386D5-0702-4EF7-78A7-674F7F2BC1D1}"/>
          </ac:spMkLst>
        </pc:spChg>
        <pc:spChg chg="mod">
          <ac:chgData name="Giriprasad Reddy P" userId="69574ede5e592b4b" providerId="LiveId" clId="{77879250-66F6-4CC0-85B0-50525301E431}" dt="2026-07-31T07:35:07.025" v="87" actId="27636"/>
          <ac:spMkLst>
            <pc:docMk/>
            <pc:sldMk cId="2237319103" sldId="258"/>
            <ac:spMk id="3" creationId="{ED2F9E9C-8709-DC71-1FFB-89CF1BFB69F5}"/>
          </ac:spMkLst>
        </pc:spChg>
      </pc:sldChg>
      <pc:sldChg chg="addSp modSp new mod">
        <pc:chgData name="Giriprasad Reddy P" userId="69574ede5e592b4b" providerId="LiveId" clId="{77879250-66F6-4CC0-85B0-50525301E431}" dt="2026-07-31T07:39:12.241" v="116" actId="12"/>
        <pc:sldMkLst>
          <pc:docMk/>
          <pc:sldMk cId="1037797745" sldId="259"/>
        </pc:sldMkLst>
        <pc:spChg chg="mod">
          <ac:chgData name="Giriprasad Reddy P" userId="69574ede5e592b4b" providerId="LiveId" clId="{77879250-66F6-4CC0-85B0-50525301E431}" dt="2026-07-31T07:35:06.950" v="86"/>
          <ac:spMkLst>
            <pc:docMk/>
            <pc:sldMk cId="1037797745" sldId="259"/>
            <ac:spMk id="2" creationId="{1060EC7A-4F4F-155A-5C1B-77E6310173C8}"/>
          </ac:spMkLst>
        </pc:spChg>
        <pc:spChg chg="mod">
          <ac:chgData name="Giriprasad Reddy P" userId="69574ede5e592b4b" providerId="LiveId" clId="{77879250-66F6-4CC0-85B0-50525301E431}" dt="2026-07-31T07:39:12.241" v="116" actId="12"/>
          <ac:spMkLst>
            <pc:docMk/>
            <pc:sldMk cId="1037797745" sldId="259"/>
            <ac:spMk id="3" creationId="{1DB80C04-E87F-BAF4-EFF8-8E1AFB15A832}"/>
          </ac:spMkLst>
        </pc:spChg>
        <pc:picChg chg="add mod">
          <ac:chgData name="Giriprasad Reddy P" userId="69574ede5e592b4b" providerId="LiveId" clId="{77879250-66F6-4CC0-85B0-50525301E431}" dt="2026-07-31T07:36:07.579" v="92"/>
          <ac:picMkLst>
            <pc:docMk/>
            <pc:sldMk cId="1037797745" sldId="259"/>
            <ac:picMk id="4" creationId="{B5F5ECEA-E9DA-1885-1141-D1394D6B5463}"/>
          </ac:picMkLst>
        </pc:picChg>
        <pc:picChg chg="add mod">
          <ac:chgData name="Giriprasad Reddy P" userId="69574ede5e592b4b" providerId="LiveId" clId="{77879250-66F6-4CC0-85B0-50525301E431}" dt="2026-07-31T07:36:54.328" v="99"/>
          <ac:picMkLst>
            <pc:docMk/>
            <pc:sldMk cId="1037797745" sldId="259"/>
            <ac:picMk id="5" creationId="{4D50142B-1E18-A179-0214-4973CD3846CB}"/>
          </ac:picMkLst>
        </pc:picChg>
      </pc:sldChg>
      <pc:sldChg chg="addSp modSp new mod">
        <pc:chgData name="Giriprasad Reddy P" userId="69574ede5e592b4b" providerId="LiveId" clId="{77879250-66F6-4CC0-85B0-50525301E431}" dt="2026-07-31T07:38:55.497" v="115" actId="20577"/>
        <pc:sldMkLst>
          <pc:docMk/>
          <pc:sldMk cId="3485734223" sldId="260"/>
        </pc:sldMkLst>
        <pc:spChg chg="mod">
          <ac:chgData name="Giriprasad Reddy P" userId="69574ede5e592b4b" providerId="LiveId" clId="{77879250-66F6-4CC0-85B0-50525301E431}" dt="2026-07-31T07:35:06.950" v="86"/>
          <ac:spMkLst>
            <pc:docMk/>
            <pc:sldMk cId="3485734223" sldId="260"/>
            <ac:spMk id="2" creationId="{D9F7F13E-05C9-E6E5-CC42-412F896237A5}"/>
          </ac:spMkLst>
        </pc:spChg>
        <pc:spChg chg="mod">
          <ac:chgData name="Giriprasad Reddy P" userId="69574ede5e592b4b" providerId="LiveId" clId="{77879250-66F6-4CC0-85B0-50525301E431}" dt="2026-07-31T07:38:55.497" v="115" actId="20577"/>
          <ac:spMkLst>
            <pc:docMk/>
            <pc:sldMk cId="3485734223" sldId="260"/>
            <ac:spMk id="3" creationId="{14820F4C-FE29-AC41-565A-1F9D2C6EDE92}"/>
          </ac:spMkLst>
        </pc:spChg>
        <pc:picChg chg="add mod">
          <ac:chgData name="Giriprasad Reddy P" userId="69574ede5e592b4b" providerId="LiveId" clId="{77879250-66F6-4CC0-85B0-50525301E431}" dt="2026-07-31T07:36:22.307" v="95"/>
          <ac:picMkLst>
            <pc:docMk/>
            <pc:sldMk cId="3485734223" sldId="260"/>
            <ac:picMk id="4" creationId="{2AFD3DD7-D7D5-E074-162F-E9AB13ADAC91}"/>
          </ac:picMkLst>
        </pc:picChg>
        <pc:picChg chg="add mod">
          <ac:chgData name="Giriprasad Reddy P" userId="69574ede5e592b4b" providerId="LiveId" clId="{77879250-66F6-4CC0-85B0-50525301E431}" dt="2026-07-31T07:36:50.241" v="98"/>
          <ac:picMkLst>
            <pc:docMk/>
            <pc:sldMk cId="3485734223" sldId="260"/>
            <ac:picMk id="5" creationId="{E0714F33-17AC-7E01-A48A-E97FA786F38F}"/>
          </ac:picMkLst>
        </pc:picChg>
      </pc:sldChg>
      <pc:sldChg chg="addSp delSp modSp new mod">
        <pc:chgData name="Giriprasad Reddy P" userId="69574ede5e592b4b" providerId="LiveId" clId="{77879250-66F6-4CC0-85B0-50525301E431}" dt="2026-07-31T07:47:10.533" v="270" actId="1076"/>
        <pc:sldMkLst>
          <pc:docMk/>
          <pc:sldMk cId="2827718663" sldId="261"/>
        </pc:sldMkLst>
        <pc:spChg chg="mod">
          <ac:chgData name="Giriprasad Reddy P" userId="69574ede5e592b4b" providerId="LiveId" clId="{77879250-66F6-4CC0-85B0-50525301E431}" dt="2026-07-31T07:47:10.533" v="270" actId="1076"/>
          <ac:spMkLst>
            <pc:docMk/>
            <pc:sldMk cId="2827718663" sldId="261"/>
            <ac:spMk id="2" creationId="{FAE82B81-A456-6CC6-B6D4-A44F1AA48AB3}"/>
          </ac:spMkLst>
        </pc:spChg>
        <pc:spChg chg="del">
          <ac:chgData name="Giriprasad Reddy P" userId="69574ede5e592b4b" providerId="LiveId" clId="{77879250-66F6-4CC0-85B0-50525301E431}" dt="2026-07-31T07:30:32.857" v="49"/>
          <ac:spMkLst>
            <pc:docMk/>
            <pc:sldMk cId="2827718663" sldId="261"/>
            <ac:spMk id="3" creationId="{6262CAB2-1F73-5E94-2ECB-EEA6DC56C451}"/>
          </ac:spMkLst>
        </pc:spChg>
        <pc:spChg chg="add mod">
          <ac:chgData name="Giriprasad Reddy P" userId="69574ede5e592b4b" providerId="LiveId" clId="{77879250-66F6-4CC0-85B0-50525301E431}" dt="2026-07-31T07:38:31.789" v="109" actId="12"/>
          <ac:spMkLst>
            <pc:docMk/>
            <pc:sldMk cId="2827718663" sldId="261"/>
            <ac:spMk id="4" creationId="{C770EDA0-24D1-69A0-F1E7-C7E0A3805DE0}"/>
          </ac:spMkLst>
        </pc:spChg>
        <pc:picChg chg="add mod">
          <ac:chgData name="Giriprasad Reddy P" userId="69574ede5e592b4b" providerId="LiveId" clId="{77879250-66F6-4CC0-85B0-50525301E431}" dt="2026-07-31T07:36:25.036" v="96"/>
          <ac:picMkLst>
            <pc:docMk/>
            <pc:sldMk cId="2827718663" sldId="261"/>
            <ac:picMk id="3" creationId="{ADFECA90-EB1D-629A-F2D6-78068C901697}"/>
          </ac:picMkLst>
        </pc:picChg>
        <pc:picChg chg="add mod">
          <ac:chgData name="Giriprasad Reddy P" userId="69574ede5e592b4b" providerId="LiveId" clId="{77879250-66F6-4CC0-85B0-50525301E431}" dt="2026-07-31T07:36:46.163" v="97"/>
          <ac:picMkLst>
            <pc:docMk/>
            <pc:sldMk cId="2827718663" sldId="261"/>
            <ac:picMk id="5" creationId="{FEA20F3A-FDB6-0685-A325-0F2EA6A76CF8}"/>
          </ac:picMkLst>
        </pc:picChg>
      </pc:sldChg>
      <pc:sldChg chg="addSp modSp add mod">
        <pc:chgData name="Giriprasad Reddy P" userId="69574ede5e592b4b" providerId="LiveId" clId="{77879250-66F6-4CC0-85B0-50525301E431}" dt="2026-07-31T07:39:37.540" v="118" actId="12"/>
        <pc:sldMkLst>
          <pc:docMk/>
          <pc:sldMk cId="2480294017" sldId="262"/>
        </pc:sldMkLst>
        <pc:spChg chg="mod">
          <ac:chgData name="Giriprasad Reddy P" userId="69574ede5e592b4b" providerId="LiveId" clId="{77879250-66F6-4CC0-85B0-50525301E431}" dt="2026-07-31T07:39:37.540" v="118" actId="12"/>
          <ac:spMkLst>
            <pc:docMk/>
            <pc:sldMk cId="2480294017" sldId="262"/>
            <ac:spMk id="3" creationId="{ED2F9E9C-8709-DC71-1FFB-89CF1BFB69F5}"/>
          </ac:spMkLst>
        </pc:spChg>
        <pc:picChg chg="add mod">
          <ac:chgData name="Giriprasad Reddy P" userId="69574ede5e592b4b" providerId="LiveId" clId="{77879250-66F6-4CC0-85B0-50525301E431}" dt="2026-07-31T07:36:04.137" v="91"/>
          <ac:picMkLst>
            <pc:docMk/>
            <pc:sldMk cId="2480294017" sldId="262"/>
            <ac:picMk id="4" creationId="{2F233092-3B1F-13F2-EFCB-C1203D51F240}"/>
          </ac:picMkLst>
        </pc:picChg>
        <pc:picChg chg="add mod">
          <ac:chgData name="Giriprasad Reddy P" userId="69574ede5e592b4b" providerId="LiveId" clId="{77879250-66F6-4CC0-85B0-50525301E431}" dt="2026-07-31T07:37:00.418" v="100"/>
          <ac:picMkLst>
            <pc:docMk/>
            <pc:sldMk cId="2480294017" sldId="262"/>
            <ac:picMk id="5" creationId="{E5A48BE8-2431-C330-CCA9-8AAE6E567C5F}"/>
          </ac:picMkLst>
        </pc:picChg>
      </pc:sldChg>
      <pc:sldChg chg="addSp delSp modSp new mod ord">
        <pc:chgData name="Giriprasad Reddy P" userId="69574ede5e592b4b" providerId="LiveId" clId="{77879250-66F6-4CC0-85B0-50525301E431}" dt="2026-07-31T07:46:17.426" v="269"/>
        <pc:sldMkLst>
          <pc:docMk/>
          <pc:sldMk cId="1826859015" sldId="263"/>
        </pc:sldMkLst>
        <pc:spChg chg="add del mod">
          <ac:chgData name="Giriprasad Reddy P" userId="69574ede5e592b4b" providerId="LiveId" clId="{77879250-66F6-4CC0-85B0-50525301E431}" dt="2026-07-31T07:45:58.321" v="267" actId="478"/>
          <ac:spMkLst>
            <pc:docMk/>
            <pc:sldMk cId="1826859015" sldId="263"/>
            <ac:spMk id="6" creationId="{508D8035-7845-E88F-17AE-ECE2B7033983}"/>
          </ac:spMkLst>
        </pc:spChg>
        <pc:picChg chg="add del mod">
          <ac:chgData name="Giriprasad Reddy P" userId="69574ede5e592b4b" providerId="LiveId" clId="{77879250-66F6-4CC0-85B0-50525301E431}" dt="2026-07-31T07:44:28.166" v="257" actId="478"/>
          <ac:picMkLst>
            <pc:docMk/>
            <pc:sldMk cId="1826859015" sldId="263"/>
            <ac:picMk id="3" creationId="{9F319993-51D0-B221-F313-D0E6B37B19B6}"/>
          </ac:picMkLst>
        </pc:picChg>
        <pc:picChg chg="add del mod">
          <ac:chgData name="Giriprasad Reddy P" userId="69574ede5e592b4b" providerId="LiveId" clId="{77879250-66F6-4CC0-85B0-50525301E431}" dt="2026-07-31T07:45:58.321" v="267" actId="478"/>
          <ac:picMkLst>
            <pc:docMk/>
            <pc:sldMk cId="1826859015" sldId="263"/>
            <ac:picMk id="5" creationId="{D36F7BBC-C1E1-3058-10F6-F0C04882A3F2}"/>
          </ac:picMkLst>
        </pc:picChg>
      </pc:sldChg>
      <pc:sldChg chg="add del">
        <pc:chgData name="Giriprasad Reddy P" userId="69574ede5e592b4b" providerId="LiveId" clId="{77879250-66F6-4CC0-85B0-50525301E431}" dt="2026-07-31T07:36:13.322" v="94" actId="47"/>
        <pc:sldMkLst>
          <pc:docMk/>
          <pc:sldMk cId="3390973287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2A4B-3D94-1E3F-00EE-EE8E5166D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2F415-DF3B-EAC0-0680-92237CA7E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1057F-191D-1685-A0F4-24560B701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33398-94BA-4B7D-65BB-873EAF63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D2645-098C-4E33-0638-D35870FE4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77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DC3F-B322-6FE0-4BDA-318443118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89C8-46DA-8FE1-78B0-4570D9272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08819-915B-4073-AB97-32CB85FE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C881E-AA74-B0AF-E3A0-5CC4B1A63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6E88D-3E1F-9CD2-DB7F-12684C29F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7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21E1-1C3D-16F6-97ED-1D9A8AF1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22A71-CD55-C954-4FC8-E53F51B1C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AEC0-1148-7B1F-B4E2-6AFAB5E46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55780-F0DA-323E-F9EF-589DD762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94CAA-1BED-1B39-C5AD-B00EF899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27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BFDF-F747-4802-8775-A60D25AB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556B8-5B66-5B97-5497-C1FD03238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225D5-48EC-0FEB-C62F-B6A3EF10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D41AF-80D5-55AD-CA24-E0762A68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14C43-2426-B445-D0F9-79F746065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34D1F-2E47-D5B4-F5E8-F138B9F8D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7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B5AC-4DB9-DF56-762E-5F5922AF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675E7-9FDD-D700-1368-E3B2D9B86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4B721-914F-C21A-3F09-03528E78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9F99F1-7172-A550-F880-1FE5E79E6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E0F839-58D5-DBC2-47BE-4A1A17BEE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DF8B76-0510-919A-36D1-C7221F62E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CFDF2-A35A-2697-A30A-30C4D1A7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6401C-0270-41EB-9092-D9D873C21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1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635B-F5D0-9A5F-DBEC-BF16DB1A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6B4FE-A545-31EB-1024-BB16E3F6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36B8F-5F1C-729A-E97B-7386AEEC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ECC6A-AD45-F79F-3F69-5834EB950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2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A90337-0764-6A68-4BA6-68B09874C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69769-812F-519C-D882-DC4BD5351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08E9A-5706-8DE8-41B8-BF07B3B1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4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25C1-5D5F-FB12-8AF0-643C45F8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56D61-FDE5-83D3-0CA9-6FF9C0D55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494E6-DBF4-86AD-4C71-38A865BC1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D068F-0723-EFB5-B0ED-C79EF58AC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7FD6F-8B70-32A8-4172-567C649D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8E272-2AC9-2B61-C7F2-D631312C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37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C4A1-D1C8-64ED-8178-A781EF7A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57EDA8-6CAC-BEFE-E363-0259465B9A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0D0C8-899C-2F90-C901-F64E517F4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756FA-2F59-EFEF-48D9-A4793DFC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779DB-4FF5-7B79-5BE1-E404B419A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DF534-4B86-9BCB-8D1E-1BE51BDC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1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63B8-4528-4065-B41A-F6B50DD0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C367F-83E5-3D1D-9017-D4418A3AC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63C2B-87C1-F28B-1E90-876EBEE81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C53FE-00C7-DA28-CED4-E2F37E90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051FE-8266-4412-651C-62AAE8FB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7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9A8BAF-AF9F-FCC5-1A62-45AA39DF1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51AE0-00E5-DDAA-47AE-75F00F068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8A9E8-691F-D378-BA70-3FE84230B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6EA8B-1229-FF9F-9009-F2B842CF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3565-9BAE-AFCD-7136-0CD86453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0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0934E4-47EE-BE96-0241-E3858CE23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482FF-0E89-2A01-5DB4-D0AB08CD0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1D306-0935-5032-EED6-45EB42352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19989-959C-4F4A-9EE7-CC89648C7C2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A7020-CA7F-50F5-A632-A7C13A034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94AF8-709C-6ADC-CB31-B8F7B41B7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AC7D0-D2F9-4376-B745-B69CB0339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6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post-it-note/t/thank-you.html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B3C2-271C-0C76-EB99-F4329E57D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763" y="3220342"/>
            <a:ext cx="9144000" cy="148228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Error Detection in Networks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CSA0715 – Computer Networks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819E4-BBF1-9329-4D2E-18C546245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89997"/>
            <a:ext cx="10542494" cy="1655762"/>
          </a:xfrm>
        </p:spPr>
        <p:txBody>
          <a:bodyPr/>
          <a:lstStyle/>
          <a:p>
            <a:r>
              <a:rPr lang="en-US" dirty="0"/>
              <a:t>                                                                 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P GIRIPRASAD REDDY (192525172)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39571-75CE-D2FC-40FA-43AE3D58C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4562"/>
            <a:ext cx="11963400" cy="127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09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B9F4-8B59-879A-53D5-6F910BEE0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2306" y="421340"/>
            <a:ext cx="9144000" cy="766763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5106F5-43D1-CD5A-87F7-97A2DAECDD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06450" y="1360424"/>
            <a:ext cx="10650444" cy="4334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enables computers to learn from network data and identify errors automatically.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detects faults, anomalies, and suspicious activities in network traffic.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improves the accuracy and speed of error detection compared to traditional methods.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modern computer networks for reliable and secure communication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F337E0-21A3-DC35-6E63-E5A246486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0" y="182526"/>
            <a:ext cx="936589" cy="1098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1AB9DE-6253-9767-41CE-CA2CB3726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174" y="208014"/>
            <a:ext cx="1114766" cy="109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06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86D5-0702-4EF7-78A7-674F7F2B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Network Errors &amp;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9E9C-8709-DC71-1FFB-89CF1BFB6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Network Errors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packets fail to reach their destination.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 in transmitting data across the network.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Congestion: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Heavy traffic reduces network performance.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or Cyber Attacks: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Unauthorized access or malicious activities.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ML Detects Errors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normal network behavior from historical data.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real-time traffic with learned patterns.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unusual activities and reports them as anomalies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33092-3B1F-13F2-EFCB-C1203D51F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0" y="182526"/>
            <a:ext cx="936589" cy="1098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A48BE8-2431-C330-CCA9-8AAE6E567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174" y="208014"/>
            <a:ext cx="1114766" cy="109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94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EC7A-4F4F-155A-5C1B-77E63101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80C04-E87F-BAF4-EFF8-8E1AFB15A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060" y="2223248"/>
            <a:ext cx="10875740" cy="309282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Classifies network errors using decision rules.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prediction accuracy using multiple trees.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abnormal network traffic.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complex traffic patterns and anomalies.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F5ECEA-E9DA-1885-1141-D1394D6B5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0" y="182526"/>
            <a:ext cx="936589" cy="1098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50142B-1E18-A179-0214-4973CD384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174" y="208014"/>
            <a:ext cx="1114766" cy="109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97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7F13E-05C9-E6E5-CC42-412F8962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F4C-FE29-AC41-565A-1F9D2C6ED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589" y="1847798"/>
            <a:ext cx="8915400" cy="448128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fault detection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systems (IDS)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monitoring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threat detection 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errors quickly and accurately.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monitoring.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network reliability and security.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error detection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FD3DD7-D7D5-E074-162F-E9AB13ADA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0" y="182526"/>
            <a:ext cx="936589" cy="1098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714F33-17AC-7E01-A48A-E97FA786F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174" y="208014"/>
            <a:ext cx="1114766" cy="109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34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2B81-A456-6CC6-B6D4-A44F1AA4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12" y="1028513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70EDA0-24D1-69A0-F1E7-C7E0A3805D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64816"/>
            <a:ext cx="11391132" cy="307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provides an intelligent approach to detecting network errors.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speed and accuracy of fault detection.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helps reduce network downtime and enhances overall performance.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strengthens cybersecurity by identifying abnormal network activities.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networks continue to grow, ML will play a key role in efficient network management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FECA90-EB1D-629A-F2D6-78068C901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0" y="182526"/>
            <a:ext cx="936589" cy="1098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A20F3A-FDB6-0685-A325-0F2EA6A76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174" y="208014"/>
            <a:ext cx="1114766" cy="109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718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6F7BBC-C1E1-3058-10F6-F0C04882A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8D8035-7845-E88F-17AE-ECE2B7033983}"/>
              </a:ext>
            </a:extLst>
          </p:cNvPr>
          <p:cNvSpPr txBox="1"/>
          <p:nvPr/>
        </p:nvSpPr>
        <p:spPr>
          <a:xfrm>
            <a:off x="3849432" y="7581981"/>
            <a:ext cx="89059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picpedia.org/post-it-note/t/thank-you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826859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314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Machine Learning-Based Error Detection in Networks CSA0715 – Computer Networks </vt:lpstr>
      <vt:lpstr>Introduction</vt:lpstr>
      <vt:lpstr>Types of Network Errors &amp; Detection</vt:lpstr>
      <vt:lpstr>Machine Learning Algorithms</vt:lpstr>
      <vt:lpstr>Applications &amp; Advantages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Learning-Based Error Detection in Networks</dc:title>
  <dc:creator>Giriprasad Reddy P</dc:creator>
  <cp:lastModifiedBy>Giriprasad Reddy P</cp:lastModifiedBy>
  <cp:revision>1</cp:revision>
  <dcterms:created xsi:type="dcterms:W3CDTF">2026-07-31T04:23:12Z</dcterms:created>
  <dcterms:modified xsi:type="dcterms:W3CDTF">2026-07-31T07:49:26Z</dcterms:modified>
</cp:coreProperties>
</file>